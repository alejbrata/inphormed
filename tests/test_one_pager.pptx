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Inphormed AI • Generado automáticamente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ESTUDIO CLÍNICO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0072CE"/>
                </a:solidFill>
                <a:latin typeface="Arial"/>
              </a:defRPr>
            </a:pPr>
            <a:r>
              <a:t>El fármaco A reduce significativamente los síntomas en comparación con el placebo.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828800"/>
            <a:ext cx="2011680" cy="20116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2CE"/>
                </a:solidFill>
                <a:latin typeface="Arial"/>
              </a:defRPr>
            </a:pPr>
            <a:r>
              <a:t>Eficacia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4023360"/>
            <a:ext cx="2011680" cy="20116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N=500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212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2CE"/>
                </a:solidFill>
                <a:latin typeface="Arial"/>
              </a:defRPr>
            </a:pPr>
            <a:r>
              <a:t>Pacientes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6217920"/>
            <a:ext cx="2011680" cy="20116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6766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p&lt;0.01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7406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2CE"/>
                </a:solidFill>
                <a:latin typeface="Arial"/>
              </a:defRPr>
            </a:pPr>
            <a:r>
              <a:t>Significancia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72CE"/>
                </a:solidFill>
                <a:latin typeface="Arial"/>
              </a:defRPr>
            </a:pPr>
            <a:r>
              <a:t>HALLAZGOS CLAVE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Reducción del 45% en síntomas primarios.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Perfil de seguridad comparable al placebo.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Inicio de acción rápido (2 semanas).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Mejora sostenida a largo plazo.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035040"/>
            <a:ext cx="5486400" cy="18288"/>
          </a:xfrm>
          <a:prstGeom prst="rect">
            <a:avLst/>
          </a:prstGeom>
          <a:solidFill>
            <a:srgbClr val="0072C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CONCLUSIÓN: El fármaco A representa una opción terapéutica prometedora para pacientes con condición 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